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1280160" cy="1280160"/>
          </a:xfrm>
          <a:prstGeom prst="ellipse">
            <a:avLst/>
          </a:prstGeom>
          <a:solidFill>
            <a:srgbClr val="17223B"/>
          </a:solidFill>
          <a:ln w="25400">
            <a:solidFill>
              <a:srgbClr val="5B6E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664208"/>
            <a:ext cx="694944" cy="694944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476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71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4069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that disappears when you're you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4617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fraud immune system for banking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HackX 2026  ·  Union Bank × ECX   —   Team Sentinel: Ipram · Anu · Tobi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6492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₦25.85</a:t>
            </a:r>
            <a:pPr indent="0" marL="0">
              <a:buNone/>
            </a:pPr>
            <a:r>
              <a:rPr lang="en-US" sz="4000" b="1" dirty="0">
                <a:solidFill>
                  <a:srgbClr val="5B6E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bn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667512" y="2240280"/>
            <a:ext cx="6309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lost to digital payment fraud in Nigeria in 2025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67512" y="2743200"/>
            <a:ext cx="6309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51%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₦52.26bn in 2024 — regulation and banks sharing threat data are working.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6492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3886200"/>
            <a:ext cx="146304" cy="146304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73989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drop came from collaboration.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4069080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began sharing fraud signals. Sentinel is that collaboration, built for the customer — one report protects everyone.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782312"/>
            <a:ext cx="6492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5056632"/>
            <a:ext cx="146304" cy="146304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491032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collaboration can't reach coercion.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5239512"/>
            <a:ext cx="5806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engineering and SIM swaps lead the attacks — and no rule protects a customer being forced to pay. That's the gap Sentinel closes.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23760" y="1051560"/>
            <a:ext cx="4315968" cy="4800600"/>
          </a:xfrm>
          <a:prstGeom prst="roundRect">
            <a:avLst>
              <a:gd name="adj" fmla="val 2119"/>
            </a:avLst>
          </a:prstGeom>
          <a:solidFill>
            <a:srgbClr val="141E33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589520" y="19202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</a:t>
            </a:r>
            <a:endParaRPr lang="en-US" sz="2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risky?”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589520" y="2971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answers this.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89520" y="379476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 person</a:t>
            </a:r>
            <a:endParaRPr lang="en-US" sz="2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being forced?”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589520" y="4846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Sentinel answers this.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7373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AA6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fraud tools ask “is this transaction risky?”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26974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 also asks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3DD6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 person being forced?”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4160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protects you either way, without ever showing that it did.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521208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fraud project stops the stranger. Sentinel protects you when the fraudster is standing next to you.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Sentinel different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109728" cy="21488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Duress protection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“panic” PIN opens a normal-looking app with a decoy balance while a silent alarm fires. The moat.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417320"/>
            <a:ext cx="109728" cy="2148840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11" name="Shape 9"/>
          <p:cNvSpPr/>
          <p:nvPr/>
        </p:nvSpPr>
        <p:spPr>
          <a:xfrm>
            <a:off x="6720840" y="178308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2" name="Text 10"/>
          <p:cNvSpPr/>
          <p:nvPr/>
        </p:nvSpPr>
        <p:spPr>
          <a:xfrm>
            <a:off x="67208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40664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Herd immunity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406640" y="23317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person's fraud report instantly protects the whole network from that account.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31920"/>
            <a:ext cx="109728" cy="214884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4297680"/>
            <a:ext cx="502920" cy="50292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9164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 Core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691640" y="48463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scam classifier that keeps learning. Works offline — no data leaves the phone.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39319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3931920"/>
            <a:ext cx="109728" cy="2148840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429768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24" name="Text 22"/>
          <p:cNvSpPr/>
          <p:nvPr/>
        </p:nvSpPr>
        <p:spPr>
          <a:xfrm>
            <a:off x="67208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40664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transfers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7406640" y="48463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actually moves between accounts, live on stage. A product, not a slideshow.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use it.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67512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sentinel-ifrenzys-projects.vercel.app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7223B"/>
          </a:solidFill>
          <a:ln w="12700">
            <a:solidFill>
              <a:srgbClr val="1E2C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8036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77977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transfer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74320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rises on a new payee → real money moves to Bola, with a receipt.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7223B"/>
          </a:solidFill>
          <a:ln w="12700">
            <a:solidFill>
              <a:srgbClr val="1E2C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387705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ScamGuard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8404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scam text or screenshot → instant verdict from on-device Sentinel Core.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241C1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7492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497433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duress climax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93776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the panic PIN. The app looks normal — but a silent alarm already fired, the receipt is watermarked FAKE, and /verify shows “no record.”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the hood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9611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payee, amount, timing &amp; velocity checks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every transfer: allow / review / block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611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instantly on a known-fraud account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8056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Herd + Core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3659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reports form a shared threat ledger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3659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Core: naive-Bayes on a Nigerian corpus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3659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reports + confident cloud verdicts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32104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104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23" name="Text 21"/>
          <p:cNvSpPr/>
          <p:nvPr/>
        </p:nvSpPr>
        <p:spPr>
          <a:xfrm>
            <a:off x="854964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Duress + transfers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7707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82396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PIN → decoy view + silent alarm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7707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882396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transfers with signed receipts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7707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882396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/verify exposes fake receipts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TypeScript · MongoDB · on-device classifier · Gemini for vision &amp; voice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that disappears when you're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scoring · an on-device learning model · real transfers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and a duress layer that protects you when the attacker is in the room.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sentinel-ifrenzys-projects.vercel.app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440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 github.com/Ipramking/sentinel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Sentinel — Ipram · Anu · Tobi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HackX 2026</dc:title>
  <dc:subject>PptxGenJS Presentation</dc:subject>
  <dc:creator>Team Sentinel</dc:creator>
  <cp:lastModifiedBy>Team Sentinel</cp:lastModifiedBy>
  <cp:revision>1</cp:revision>
  <dcterms:created xsi:type="dcterms:W3CDTF">2026-07-18T05:13:12Z</dcterms:created>
  <dcterms:modified xsi:type="dcterms:W3CDTF">2026-07-18T05:13:12Z</dcterms:modified>
</cp:coreProperties>
</file>