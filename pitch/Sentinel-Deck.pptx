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B6EF5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371600"/>
            <a:ext cx="1280160" cy="1280160"/>
          </a:xfrm>
          <a:prstGeom prst="ellipse">
            <a:avLst/>
          </a:prstGeom>
          <a:solidFill>
            <a:srgbClr val="17223B"/>
          </a:solidFill>
          <a:ln w="25400">
            <a:solidFill>
              <a:srgbClr val="5B6E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2688" y="1664208"/>
            <a:ext cx="694944" cy="694944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5" name="Shape 3"/>
          <p:cNvSpPr/>
          <p:nvPr/>
        </p:nvSpPr>
        <p:spPr>
          <a:xfrm>
            <a:off x="1216152" y="1947672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9718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spc="200" kern="0" dirty="0">
                <a:solidFill>
                  <a:srgbClr val="F5F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SENTINEL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4069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that disappears when you're you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4617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fraud immune system for banking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HackX 2026  ·  Union Bank × ECX   —   Team Sentinel: Ipram · Anu · Tobi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tools score the transaction. None of them protect the person when the person is the one being forced.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56692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2724912"/>
            <a:ext cx="164592" cy="164592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596896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Coerced transfers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292608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Victims forced at gunpoint or under threat to send money — the app has no idea anything is wrong.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675888"/>
            <a:ext cx="56692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3931920"/>
            <a:ext cx="164592" cy="164592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80390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Social-engineering scams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34440" y="413308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BVN / NIN alerts, prize scams, “hello mummy” impersonation drain accounts daily.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882896"/>
            <a:ext cx="56692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6112" y="5138928"/>
            <a:ext cx="164592" cy="164592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501091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 victims, isolated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34440" y="5340096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gets scammed by an account, and the next ten have no way to know.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0" y="2468880"/>
            <a:ext cx="4663440" cy="3657600"/>
          </a:xfrm>
          <a:prstGeom prst="roundRect">
            <a:avLst>
              <a:gd name="adj" fmla="val 2500"/>
            </a:avLst>
          </a:prstGeom>
          <a:solidFill>
            <a:srgbClr val="141E33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760" y="27889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223760" y="3246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“Is this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transaction risky?”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223760" y="42976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answers this.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223760" y="475488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“Is this person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being forced?”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223760" y="5760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Sentinel answers this.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17373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AA6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fraud tools ask “is this transaction risky?”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26974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5F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Sentinel also asks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3DD6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“is this person being forced?”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097280" y="4160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and protects you either way, without ever showing that it did.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5212080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fraud project stops the stranger. Sentinel protects you when the fraudster is standing next to you.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Sentinel different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120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17320"/>
            <a:ext cx="109728" cy="21488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783080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18013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Duress protection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91640" y="233172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“panic” PIN opens a normal-looking app with a decoy balance while a silent alarm fires. The moat.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55080" y="1417320"/>
            <a:ext cx="52120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1417320"/>
            <a:ext cx="109728" cy="2148840"/>
          </a:xfrm>
          <a:prstGeom prst="rect">
            <a:avLst/>
          </a:prstGeom>
          <a:solidFill>
            <a:srgbClr val="5B6EF5"/>
          </a:solidFill>
          <a:ln/>
        </p:spPr>
      </p:sp>
      <p:sp>
        <p:nvSpPr>
          <p:cNvPr id="11" name="Shape 9"/>
          <p:cNvSpPr/>
          <p:nvPr/>
        </p:nvSpPr>
        <p:spPr>
          <a:xfrm>
            <a:off x="6720840" y="1783080"/>
            <a:ext cx="502920" cy="502920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12" name="Text 10"/>
          <p:cNvSpPr/>
          <p:nvPr/>
        </p:nvSpPr>
        <p:spPr>
          <a:xfrm>
            <a:off x="672084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406640" y="18013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Herd immunity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406640" y="233172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person's fraud report instantly protects the whole network from that account.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52120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931920"/>
            <a:ext cx="109728" cy="214884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" y="4297680"/>
            <a:ext cx="502920" cy="50292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91640" y="43159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Sentinel Core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691640" y="484632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on-device scam classifier that keeps learning. Works offline — no data leaves the phone.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55080" y="3931920"/>
            <a:ext cx="52120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5080" y="3931920"/>
            <a:ext cx="109728" cy="2148840"/>
          </a:xfrm>
          <a:prstGeom prst="rect">
            <a:avLst/>
          </a:prstGeom>
          <a:solidFill>
            <a:srgbClr val="5B6EF5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0840" y="4297680"/>
            <a:ext cx="502920" cy="502920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24" name="Text 22"/>
          <p:cNvSpPr/>
          <p:nvPr/>
        </p:nvSpPr>
        <p:spPr>
          <a:xfrm>
            <a:off x="6720840" y="4297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406640" y="43159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transfers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7406640" y="484632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actually moves between accounts, live on stage. A product, not a slideshow.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use it.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67512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sentinel-ifrenzys-projects.vercel.app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7223B"/>
          </a:solidFill>
          <a:ln w="12700">
            <a:solidFill>
              <a:srgbClr val="1E2C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880360"/>
            <a:ext cx="502920" cy="502920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779776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Normal transfer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74320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rises on a new payee → real money moves to Bola, with a receipt.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7223B"/>
          </a:solidFill>
          <a:ln w="12700">
            <a:solidFill>
              <a:srgbClr val="1E2C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977640"/>
            <a:ext cx="502920" cy="502920"/>
          </a:xfrm>
          <a:prstGeom prst="ellipse">
            <a:avLst/>
          </a:prstGeom>
          <a:solidFill>
            <a:srgbClr val="5B6EF5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977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3877056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ScamGuard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8404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scam text or screenshot → instant verdict from on-device Sentinel Core.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8463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241C1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074920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4974336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duress climax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93776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with the panic PIN. The app looks normal — but a silent alarm already fired, the receipt is watermarked FAKE, and /verify shows “no record.”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 the hood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520440" cy="42976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63040"/>
            <a:ext cx="3520440" cy="640080"/>
          </a:xfrm>
          <a:prstGeom prst="rect">
            <a:avLst>
              <a:gd name="adj" fmla="val 14286"/>
            </a:avLst>
          </a:prstGeom>
          <a:solidFill>
            <a:srgbClr val="141E33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6304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engine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96112" y="238658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27685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payee, amount, timing &amp; velocity checks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" y="343814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332841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every transfer: allow / review / block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6112" y="448970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37997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instantly on a known-fraud account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80560" y="1463040"/>
            <a:ext cx="3520440" cy="42976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1463040"/>
            <a:ext cx="3520440" cy="640080"/>
          </a:xfrm>
          <a:prstGeom prst="rect">
            <a:avLst>
              <a:gd name="adj" fmla="val 14286"/>
            </a:avLst>
          </a:prstGeom>
          <a:solidFill>
            <a:srgbClr val="141E33"/>
          </a:solidFill>
          <a:ln/>
        </p:spPr>
      </p:sp>
      <p:sp>
        <p:nvSpPr>
          <p:cNvPr id="14" name="Text 12"/>
          <p:cNvSpPr/>
          <p:nvPr/>
        </p:nvSpPr>
        <p:spPr>
          <a:xfrm>
            <a:off x="4709160" y="146304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Herd + Core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736592" y="238658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227685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reports form a shared threat ledger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36592" y="343814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332841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Core: naive-Bayes on a Nigerian corpus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36592" y="448970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0" name="Text 18"/>
          <p:cNvSpPr/>
          <p:nvPr/>
        </p:nvSpPr>
        <p:spPr>
          <a:xfrm>
            <a:off x="4983480" y="437997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from reports + confident cloud verdicts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321040" y="1463040"/>
            <a:ext cx="3520440" cy="429768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7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1040" y="1463040"/>
            <a:ext cx="3520440" cy="640080"/>
          </a:xfrm>
          <a:prstGeom prst="rect">
            <a:avLst>
              <a:gd name="adj" fmla="val 14286"/>
            </a:avLst>
          </a:prstGeom>
          <a:solidFill>
            <a:srgbClr val="141E33"/>
          </a:solidFill>
          <a:ln/>
        </p:spPr>
      </p:sp>
      <p:sp>
        <p:nvSpPr>
          <p:cNvPr id="23" name="Text 21"/>
          <p:cNvSpPr/>
          <p:nvPr/>
        </p:nvSpPr>
        <p:spPr>
          <a:xfrm>
            <a:off x="8549640" y="146304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Duress + transfers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577072" y="238658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8823960" y="227685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PIN → decoy view + silent alarm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77072" y="343814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7" name="Text 25"/>
          <p:cNvSpPr/>
          <p:nvPr/>
        </p:nvSpPr>
        <p:spPr>
          <a:xfrm>
            <a:off x="8823960" y="332841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transfers with signed receipts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577072" y="4489704"/>
            <a:ext cx="128016" cy="12801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9" name="Text 27"/>
          <p:cNvSpPr/>
          <p:nvPr/>
        </p:nvSpPr>
        <p:spPr>
          <a:xfrm>
            <a:off x="8823960" y="4379976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/verify exposes fake receipts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TypeScript · MongoDB · on-device classifier · Gemini for vision &amp; voice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5B6EF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F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Sentinel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58368" y="24688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that disappears when you're you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scoring · an on-device learning model · real transfers 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and a duress layer that protects you when the attacker is in the room.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 sentinel-ifrenzys-projects.vercel.app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440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 github.com/Ipramking/sentinel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Sentinel — Ipram · Anu · Tobi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HackX 2026</dc:title>
  <dc:subject>PptxGenJS Presentation</dc:subject>
  <dc:creator>Team Sentinel</dc:creator>
  <cp:lastModifiedBy>Team Sentinel</cp:lastModifiedBy>
  <cp:revision>1</cp:revision>
  <dcterms:created xsi:type="dcterms:W3CDTF">2026-07-17T17:27:25Z</dcterms:created>
  <dcterms:modified xsi:type="dcterms:W3CDTF">2026-07-17T17:27:25Z</dcterms:modified>
</cp:coreProperties>
</file>